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E01BB-DD0D-2029-9676-1E573BF9BFC7}" v="1044" dt="2026-03-29T04:16:54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3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98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70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6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3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9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1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8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1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00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68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/>
              <a:t>Endpoint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Kailey Owens and Logan Riley</a:t>
            </a:r>
          </a:p>
        </p:txBody>
      </p:sp>
      <p:pic>
        <p:nvPicPr>
          <p:cNvPr id="4" name="Picture 3" descr="Transparent padlock">
            <a:extLst>
              <a:ext uri="{FF2B5EF4-FFF2-40B4-BE49-F238E27FC236}">
                <a16:creationId xmlns:a16="http://schemas.microsoft.com/office/drawing/2014/main" id="{E894DE04-EBEF-F40B-4F65-0C39B2E9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46" r="12356" b="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8D5C-009F-45DE-112C-493F3135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Endpoint Security?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C58BE-1EEB-C4E5-28A3-648B85D6F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 Endpoint is a hardware device that is connected to a network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Ex. Phone, Laptop, Printer</a:t>
            </a:r>
          </a:p>
          <a:p>
            <a:r>
              <a:rPr lang="en-US"/>
              <a:t>Endpoint security is the defense of Endpoints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dirty="0"/>
              <a:t>This includes protection against malicious entities, keeping systems up to date, and shielding against possible threats</a:t>
            </a:r>
          </a:p>
          <a:p>
            <a:r>
              <a:rPr lang="en-US"/>
              <a:t>It is important to keep networks safe from their corruptible users: Endpoints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00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EBA6-C86D-71A3-ED80-5573821C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 Endpoint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B3456-38E6-DACC-27C8-59231BF4C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Electrical devices are primary targets. Endpoint security prevents the loss of essential data, access, and control</a:t>
            </a:r>
          </a:p>
          <a:p>
            <a:r>
              <a:rPr lang="en-US"/>
              <a:t>Protects individual systems</a:t>
            </a:r>
          </a:p>
          <a:p>
            <a:r>
              <a:rPr lang="en-US"/>
              <a:t>Saves space and efficiency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System upkeep, updates</a:t>
            </a:r>
            <a:endParaRPr lang="en-US" dirty="0"/>
          </a:p>
          <a:p>
            <a:r>
              <a:rPr lang="en-US" dirty="0"/>
              <a:t>It forces malicious activ</a:t>
            </a:r>
            <a:r>
              <a:rPr lang="en-US"/>
              <a:t>ity to target a single device rather than a full system, forcing them to spend resources on a smaller catch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5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A2BB-9361-ED20-D952-CED3F375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Prevent Malicious 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6FCE2-CF28-EA52-85E8-237E6BB79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One of the most important reasons for security; stop malware</a:t>
            </a:r>
          </a:p>
          <a:p>
            <a:r>
              <a:rPr lang="en-US"/>
              <a:t>Firewalls, user permissions, and encryption</a:t>
            </a:r>
          </a:p>
          <a:p>
            <a:r>
              <a:rPr lang="en-US" dirty="0"/>
              <a:t>Firewalls prevent suspicious activity from entering the system over a </a:t>
            </a:r>
            <a:r>
              <a:rPr lang="en-US"/>
              <a:t>network</a:t>
            </a:r>
          </a:p>
          <a:p>
            <a:r>
              <a:rPr lang="en-US"/>
              <a:t>Malicious or hacked users can only do so much with limited access to the system</a:t>
            </a:r>
          </a:p>
          <a:p>
            <a:r>
              <a:rPr lang="en-US"/>
              <a:t>Important data, such as what could be found in files or disks, are heavily defended through encryption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52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2467-3930-9531-31B3-9B65D2963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6807C-985C-2132-0FED-C33365B6C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Devices are primarily attacked through active vulnerabilities. Endpoint security reduces vulnerabilities as much as possible</a:t>
            </a:r>
            <a:endParaRPr lang="en-US" dirty="0"/>
          </a:p>
          <a:p>
            <a:r>
              <a:rPr lang="en-US"/>
              <a:t>Disable unused services or programs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This is why updating obsolete software reduces risk</a:t>
            </a:r>
          </a:p>
          <a:p>
            <a:r>
              <a:rPr lang="en-US"/>
              <a:t>Replacing default passwords adds another layer of defense</a:t>
            </a:r>
          </a:p>
          <a:p>
            <a:r>
              <a:rPr lang="en-US"/>
              <a:t>Open or unused ports are protected through closing them or installing firewalls</a:t>
            </a:r>
          </a:p>
        </p:txBody>
      </p:sp>
    </p:spTree>
    <p:extLst>
      <p:ext uri="{BB962C8B-B14F-4D97-AF65-F5344CB8AC3E}">
        <p14:creationId xmlns:p14="http://schemas.microsoft.com/office/powerpoint/2010/main" val="407427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A07F-D3FB-8EDA-BC17-92844A3E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2674A-13EB-219A-1025-3255069E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activity goes over a few ways to create Endpoint Security</a:t>
            </a:r>
          </a:p>
          <a:p>
            <a:r>
              <a:rPr lang="en-US" dirty="0"/>
              <a:t>These examples show theoretical, real-world cases where Endpoint Security may be useful. Protecting our systems can be a remarkably simple process. Setting up these fundamental levels of security could be the difference between a healthy or broken machine</a:t>
            </a:r>
          </a:p>
        </p:txBody>
      </p:sp>
    </p:spTree>
    <p:extLst>
      <p:ext uri="{BB962C8B-B14F-4D97-AF65-F5344CB8AC3E}">
        <p14:creationId xmlns:p14="http://schemas.microsoft.com/office/powerpoint/2010/main" val="118034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6910-D2EF-26D9-73B4-6267469CE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9CFC2-317F-4904-AD72-28488033D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learn.zybooks.com  Chapter 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590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Endpoint Security</vt:lpstr>
      <vt:lpstr>What is Endpoint Security?</vt:lpstr>
      <vt:lpstr>We need Endpoint Security</vt:lpstr>
      <vt:lpstr>Prevent Malicious Actors</vt:lpstr>
      <vt:lpstr>Dealing with Vulnerabilities</vt:lpstr>
      <vt:lpstr>Activity Importance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242</cp:revision>
  <dcterms:created xsi:type="dcterms:W3CDTF">2026-03-29T02:33:06Z</dcterms:created>
  <dcterms:modified xsi:type="dcterms:W3CDTF">2026-04-14T00:34:25Z</dcterms:modified>
</cp:coreProperties>
</file>